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9"/>
    <p:sldId id="257" r:id="rId3"/>
  </p:sldIdLst>
  <p:sldSz cx="9144000" cy="6858000"/>
  <p:notesSz cx="6858000" cy="9144000"/>
</p:presentation>
</file>

<file path=ppt/_rels/presentation.xml.rels><Relationships xmlns="http://schemas.openxmlformats.org/package/2006/relationships"><Relationship Id="rId3" Type="http://schemas.openxmlformats.org/officeDocument/2006/relationships/slide" Target="slides/slide1.xml"/><Relationship Id="rId9" Type="http://schemas.openxmlformats.org/officeDocument/2006/relationships/slide" Target="slides/slide2.xml"/></Relationships>
</file>

<file path=ppt/notesSlides/notesSlide1.xml><?xml version="1.0" encoding="utf-8"?>
<p:sld xmlns:p="http://schemas.openxmlformats.org/presentationml/2006/main" xmlns:a="http://schemas.openxmlformats.org/drawingml/2006/main">
  <p:cSld name="Synthetic slide">
    <p:spTree>
      <p:sp>
        <p:txBody>
          <a:bodyPr/>
          <a:lstStyle/>
          <a:p>
            <a:r>
              <a:t>Synthetic speaker notes must never enter the slide index.</a:t>
            </a:r>
          </a:p>
        </p:txBody>
      </p:sp>
    </p:spTree>
  </p:cSld>
  <p:clrMapOvr>
    <a:masterClrMapping/>
  </p:clrMapOvr>
</p:sld>
</file>

<file path=ppt/slides/slide1.xml><?xml version="1.0" encoding="utf-8"?>
<p:sld xmlns:p="http://schemas.openxmlformats.org/presentationml/2006/main" xmlns:a="http://schemas.openxmlformats.org/drawingml/2006/main">
  <p:cSld name="Synthetic slide">
    <p:spTree>
      <p:sp>
        <p:txBody>
          <a:bodyPr/>
          <a:lstStyle/>
          <a:p>
            <a:r>
              <a:t>Synthetic second slide: café &amp; Unicode 🎓.</a:t>
            </a:r>
          </a:p>
        </p:txBody>
      </p:sp>
    </p:spTree>
  </p:cSld>
  <p:clrMapOvr>
    <a:masterClrMapping/>
  </p:clrMapOvr>
</p:sld>
</file>